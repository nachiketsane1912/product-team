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7" r:id="rId5"/>
    <p:sldId id="258" r:id="rId6"/>
    <p:sldId id="262" r:id="rId7"/>
    <p:sldId id="263" r:id="rId8"/>
    <p:sldId id="259" r:id="rId9"/>
    <p:sldId id="264" r:id="rId10"/>
    <p:sldId id="265" r:id="rId11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3DC09-146B-4B5F-B0E0-4B66E2EA8969}" v="10" dt="2025-12-16T09:05:05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73" autoAdjust="0"/>
    <p:restoredTop sz="92159" autoAdjust="0"/>
  </p:normalViewPr>
  <p:slideViewPr>
    <p:cSldViewPr snapToGrid="0">
      <p:cViewPr>
        <p:scale>
          <a:sx n="100" d="100"/>
          <a:sy n="100" d="100"/>
        </p:scale>
        <p:origin x="507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chiket Sane" userId="2769052bd327328f" providerId="LiveId" clId="{AA5B15B5-D480-4D38-B3C3-576F697175CE}"/>
    <pc:docChg chg="undo custSel addSld modSld sldOrd">
      <pc:chgData name="Nachiket Sane" userId="2769052bd327328f" providerId="LiveId" clId="{AA5B15B5-D480-4D38-B3C3-576F697175CE}" dt="2025-12-16T09:06:57.475" v="446" actId="1076"/>
      <pc:docMkLst>
        <pc:docMk/>
      </pc:docMkLst>
      <pc:sldChg chg="addSp delSp modSp new mod ord">
        <pc:chgData name="Nachiket Sane" userId="2769052bd327328f" providerId="LiveId" clId="{AA5B15B5-D480-4D38-B3C3-576F697175CE}" dt="2025-12-16T09:04:17.515" v="346" actId="20577"/>
        <pc:sldMkLst>
          <pc:docMk/>
          <pc:sldMk cId="3465124980" sldId="257"/>
        </pc:sldMkLst>
        <pc:spChg chg="add mod">
          <ac:chgData name="Nachiket Sane" userId="2769052bd327328f" providerId="LiveId" clId="{AA5B15B5-D480-4D38-B3C3-576F697175CE}" dt="2025-12-16T07:02:06.540" v="81" actId="164"/>
          <ac:spMkLst>
            <pc:docMk/>
            <pc:sldMk cId="3465124980" sldId="257"/>
            <ac:spMk id="14" creationId="{C2DEC68A-0483-D5B1-1E30-5435CCF519F2}"/>
          </ac:spMkLst>
        </pc:spChg>
        <pc:spChg chg="add mod">
          <ac:chgData name="Nachiket Sane" userId="2769052bd327328f" providerId="LiveId" clId="{AA5B15B5-D480-4D38-B3C3-576F697175CE}" dt="2025-12-16T07:02:06.540" v="81" actId="164"/>
          <ac:spMkLst>
            <pc:docMk/>
            <pc:sldMk cId="3465124980" sldId="257"/>
            <ac:spMk id="15" creationId="{F89087C7-EA4E-93BA-192B-E9C19CE7822F}"/>
          </ac:spMkLst>
        </pc:spChg>
        <pc:spChg chg="add mod">
          <ac:chgData name="Nachiket Sane" userId="2769052bd327328f" providerId="LiveId" clId="{AA5B15B5-D480-4D38-B3C3-576F697175CE}" dt="2025-12-16T09:04:17.515" v="346" actId="20577"/>
          <ac:spMkLst>
            <pc:docMk/>
            <pc:sldMk cId="3465124980" sldId="257"/>
            <ac:spMk id="19" creationId="{E3B16706-7FFE-1F75-E304-FB92C7B0950C}"/>
          </ac:spMkLst>
        </pc:spChg>
        <pc:grpChg chg="add del mod">
          <ac:chgData name="Nachiket Sane" userId="2769052bd327328f" providerId="LiveId" clId="{AA5B15B5-D480-4D38-B3C3-576F697175CE}" dt="2025-12-16T08:59:24.222" v="216" actId="478"/>
          <ac:grpSpMkLst>
            <pc:docMk/>
            <pc:sldMk cId="3465124980" sldId="257"/>
            <ac:grpSpMk id="16" creationId="{C62B1435-CE1E-0BCF-41CC-9F233349FD6D}"/>
          </ac:grpSpMkLst>
        </pc:grpChg>
        <pc:picChg chg="add del mod modCrop">
          <ac:chgData name="Nachiket Sane" userId="2769052bd327328f" providerId="LiveId" clId="{AA5B15B5-D480-4D38-B3C3-576F697175CE}" dt="2025-12-16T09:01:57.362" v="245" actId="478"/>
          <ac:picMkLst>
            <pc:docMk/>
            <pc:sldMk cId="3465124980" sldId="257"/>
            <ac:picMk id="3" creationId="{25A39E6A-6073-880C-FA13-32599848D303}"/>
          </ac:picMkLst>
        </pc:picChg>
        <pc:picChg chg="add del mod modCrop">
          <ac:chgData name="Nachiket Sane" userId="2769052bd327328f" providerId="LiveId" clId="{AA5B15B5-D480-4D38-B3C3-576F697175CE}" dt="2025-12-16T09:02:00.442" v="248" actId="478"/>
          <ac:picMkLst>
            <pc:docMk/>
            <pc:sldMk cId="3465124980" sldId="257"/>
            <ac:picMk id="5" creationId="{D22FB529-6028-8E82-4D7B-061BFC3D4461}"/>
          </ac:picMkLst>
        </pc:picChg>
        <pc:picChg chg="add del mod modCrop">
          <ac:chgData name="Nachiket Sane" userId="2769052bd327328f" providerId="LiveId" clId="{AA5B15B5-D480-4D38-B3C3-576F697175CE}" dt="2025-12-16T09:01:57.835" v="246" actId="478"/>
          <ac:picMkLst>
            <pc:docMk/>
            <pc:sldMk cId="3465124980" sldId="257"/>
            <ac:picMk id="7" creationId="{F49D1BB7-0C17-5C38-F67A-96690960C7C6}"/>
          </ac:picMkLst>
        </pc:picChg>
        <pc:picChg chg="add del mod modCrop">
          <ac:chgData name="Nachiket Sane" userId="2769052bd327328f" providerId="LiveId" clId="{AA5B15B5-D480-4D38-B3C3-576F697175CE}" dt="2025-12-16T09:01:58.524" v="247" actId="478"/>
          <ac:picMkLst>
            <pc:docMk/>
            <pc:sldMk cId="3465124980" sldId="257"/>
            <ac:picMk id="9" creationId="{54E4B1BE-3B8F-FF61-3A52-528B1DFF2558}"/>
          </ac:picMkLst>
        </pc:picChg>
        <pc:picChg chg="add mod">
          <ac:chgData name="Nachiket Sane" userId="2769052bd327328f" providerId="LiveId" clId="{AA5B15B5-D480-4D38-B3C3-576F697175CE}" dt="2025-12-16T09:04:13.982" v="343" actId="1035"/>
          <ac:picMkLst>
            <pc:docMk/>
            <pc:sldMk cId="3465124980" sldId="257"/>
            <ac:picMk id="11" creationId="{C135C2FD-C232-3958-4BC3-BD76F8CEC095}"/>
          </ac:picMkLst>
        </pc:picChg>
        <pc:picChg chg="add mod modCrop">
          <ac:chgData name="Nachiket Sane" userId="2769052bd327328f" providerId="LiveId" clId="{AA5B15B5-D480-4D38-B3C3-576F697175CE}" dt="2025-12-16T09:04:13.982" v="343" actId="1035"/>
          <ac:picMkLst>
            <pc:docMk/>
            <pc:sldMk cId="3465124980" sldId="257"/>
            <ac:picMk id="13" creationId="{4F5B04CD-3505-581C-B827-C11D24357CC1}"/>
          </ac:picMkLst>
        </pc:picChg>
        <pc:picChg chg="add mod">
          <ac:chgData name="Nachiket Sane" userId="2769052bd327328f" providerId="LiveId" clId="{AA5B15B5-D480-4D38-B3C3-576F697175CE}" dt="2025-12-16T09:04:13.982" v="343" actId="1035"/>
          <ac:picMkLst>
            <pc:docMk/>
            <pc:sldMk cId="3465124980" sldId="257"/>
            <ac:picMk id="18" creationId="{5BCF4659-C948-61E8-8584-749FF7F18D9C}"/>
          </ac:picMkLst>
        </pc:picChg>
      </pc:sldChg>
      <pc:sldChg chg="addSp delSp modSp add mod">
        <pc:chgData name="Nachiket Sane" userId="2769052bd327328f" providerId="LiveId" clId="{AA5B15B5-D480-4D38-B3C3-576F697175CE}" dt="2025-12-16T09:04:41.244" v="397" actId="20577"/>
        <pc:sldMkLst>
          <pc:docMk/>
          <pc:sldMk cId="818612635" sldId="258"/>
        </pc:sldMkLst>
        <pc:spChg chg="add mod">
          <ac:chgData name="Nachiket Sane" userId="2769052bd327328f" providerId="LiveId" clId="{AA5B15B5-D480-4D38-B3C3-576F697175CE}" dt="2025-12-16T09:04:41.244" v="397" actId="20577"/>
          <ac:spMkLst>
            <pc:docMk/>
            <pc:sldMk cId="818612635" sldId="258"/>
            <ac:spMk id="25" creationId="{16064B2B-4139-56B1-FE19-6B57D0C8718F}"/>
          </ac:spMkLst>
        </pc:spChg>
        <pc:grpChg chg="del mod">
          <ac:chgData name="Nachiket Sane" userId="2769052bd327328f" providerId="LiveId" clId="{AA5B15B5-D480-4D38-B3C3-576F697175CE}" dt="2025-12-16T08:29:03.634" v="160" actId="478"/>
          <ac:grpSpMkLst>
            <pc:docMk/>
            <pc:sldMk cId="818612635" sldId="258"/>
            <ac:grpSpMk id="16" creationId="{9D3415C5-C6E5-0209-B208-50661BAE5AD8}"/>
          </ac:grpSpMkLst>
        </pc:grpChg>
        <pc:picChg chg="del">
          <ac:chgData name="Nachiket Sane" userId="2769052bd327328f" providerId="LiveId" clId="{AA5B15B5-D480-4D38-B3C3-576F697175CE}" dt="2025-12-16T08:23:44.312" v="119" actId="478"/>
          <ac:picMkLst>
            <pc:docMk/>
            <pc:sldMk cId="818612635" sldId="258"/>
            <ac:picMk id="3" creationId="{DB3FE07E-F95F-5475-FE79-30906C194723}"/>
          </ac:picMkLst>
        </pc:picChg>
        <pc:picChg chg="add mod">
          <ac:chgData name="Nachiket Sane" userId="2769052bd327328f" providerId="LiveId" clId="{AA5B15B5-D480-4D38-B3C3-576F697175CE}" dt="2025-12-16T09:04:21.485" v="357" actId="1036"/>
          <ac:picMkLst>
            <pc:docMk/>
            <pc:sldMk cId="818612635" sldId="258"/>
            <ac:picMk id="4" creationId="{A5B0880F-FCCE-73EB-A946-8184C794E715}"/>
          </ac:picMkLst>
        </pc:picChg>
        <pc:picChg chg="del">
          <ac:chgData name="Nachiket Sane" userId="2769052bd327328f" providerId="LiveId" clId="{AA5B15B5-D480-4D38-B3C3-576F697175CE}" dt="2025-12-16T08:24:47.347" v="127" actId="478"/>
          <ac:picMkLst>
            <pc:docMk/>
            <pc:sldMk cId="818612635" sldId="258"/>
            <ac:picMk id="5" creationId="{A41F36B9-E436-9779-0245-853184FC62E5}"/>
          </ac:picMkLst>
        </pc:picChg>
        <pc:picChg chg="del">
          <ac:chgData name="Nachiket Sane" userId="2769052bd327328f" providerId="LiveId" clId="{AA5B15B5-D480-4D38-B3C3-576F697175CE}" dt="2025-12-16T08:25:09.614" v="130" actId="478"/>
          <ac:picMkLst>
            <pc:docMk/>
            <pc:sldMk cId="818612635" sldId="258"/>
            <ac:picMk id="7" creationId="{B38402BF-89C5-1109-B522-BBA3FAEDEFAA}"/>
          </ac:picMkLst>
        </pc:picChg>
        <pc:picChg chg="add mod">
          <ac:chgData name="Nachiket Sane" userId="2769052bd327328f" providerId="LiveId" clId="{AA5B15B5-D480-4D38-B3C3-576F697175CE}" dt="2025-12-16T09:04:21.485" v="357" actId="1036"/>
          <ac:picMkLst>
            <pc:docMk/>
            <pc:sldMk cId="818612635" sldId="258"/>
            <ac:picMk id="8" creationId="{FB063071-E100-1153-EE99-2231412535BF}"/>
          </ac:picMkLst>
        </pc:picChg>
        <pc:picChg chg="del">
          <ac:chgData name="Nachiket Sane" userId="2769052bd327328f" providerId="LiveId" clId="{AA5B15B5-D480-4D38-B3C3-576F697175CE}" dt="2025-12-16T08:25:09.614" v="130" actId="478"/>
          <ac:picMkLst>
            <pc:docMk/>
            <pc:sldMk cId="818612635" sldId="258"/>
            <ac:picMk id="9" creationId="{BE39C74C-46AE-CF12-56FD-6BD4CE7A07E7}"/>
          </ac:picMkLst>
        </pc:picChg>
        <pc:picChg chg="del">
          <ac:chgData name="Nachiket Sane" userId="2769052bd327328f" providerId="LiveId" clId="{AA5B15B5-D480-4D38-B3C3-576F697175CE}" dt="2025-12-16T08:25:09.614" v="130" actId="478"/>
          <ac:picMkLst>
            <pc:docMk/>
            <pc:sldMk cId="818612635" sldId="258"/>
            <ac:picMk id="11" creationId="{E93A9EFD-8261-D879-2854-F6981E535512}"/>
          </ac:picMkLst>
        </pc:picChg>
        <pc:picChg chg="add del mod">
          <ac:chgData name="Nachiket Sane" userId="2769052bd327328f" providerId="LiveId" clId="{AA5B15B5-D480-4D38-B3C3-576F697175CE}" dt="2025-12-16T09:02:29.854" v="255" actId="478"/>
          <ac:picMkLst>
            <pc:docMk/>
            <pc:sldMk cId="818612635" sldId="258"/>
            <ac:picMk id="12" creationId="{1E0456BC-D0D1-5B09-9959-8286A455E9F9}"/>
          </ac:picMkLst>
        </pc:picChg>
        <pc:picChg chg="del">
          <ac:chgData name="Nachiket Sane" userId="2769052bd327328f" providerId="LiveId" clId="{AA5B15B5-D480-4D38-B3C3-576F697175CE}" dt="2025-12-16T08:25:09.614" v="130" actId="478"/>
          <ac:picMkLst>
            <pc:docMk/>
            <pc:sldMk cId="818612635" sldId="258"/>
            <ac:picMk id="13" creationId="{8D02FA5E-CBFB-FF05-F34A-C4DFB2B0ED88}"/>
          </ac:picMkLst>
        </pc:picChg>
        <pc:picChg chg="add del mod">
          <ac:chgData name="Nachiket Sane" userId="2769052bd327328f" providerId="LiveId" clId="{AA5B15B5-D480-4D38-B3C3-576F697175CE}" dt="2025-12-16T09:02:29.854" v="255" actId="478"/>
          <ac:picMkLst>
            <pc:docMk/>
            <pc:sldMk cId="818612635" sldId="258"/>
            <ac:picMk id="18" creationId="{0EC98835-2271-AF87-CFE4-A03D8F381C71}"/>
          </ac:picMkLst>
        </pc:picChg>
        <pc:picChg chg="add del mod">
          <ac:chgData name="Nachiket Sane" userId="2769052bd327328f" providerId="LiveId" clId="{AA5B15B5-D480-4D38-B3C3-576F697175CE}" dt="2025-12-16T09:02:29.854" v="255" actId="478"/>
          <ac:picMkLst>
            <pc:docMk/>
            <pc:sldMk cId="818612635" sldId="258"/>
            <ac:picMk id="20" creationId="{FF2F74F7-E4C9-42D9-47C2-92FD767C5209}"/>
          </ac:picMkLst>
        </pc:picChg>
        <pc:picChg chg="add del mod">
          <ac:chgData name="Nachiket Sane" userId="2769052bd327328f" providerId="LiveId" clId="{AA5B15B5-D480-4D38-B3C3-576F697175CE}" dt="2025-12-16T09:02:29.854" v="255" actId="478"/>
          <ac:picMkLst>
            <pc:docMk/>
            <pc:sldMk cId="818612635" sldId="258"/>
            <ac:picMk id="22" creationId="{200E9E03-2764-570A-DC63-DCDBD611D612}"/>
          </ac:picMkLst>
        </pc:picChg>
        <pc:picChg chg="add del mod">
          <ac:chgData name="Nachiket Sane" userId="2769052bd327328f" providerId="LiveId" clId="{AA5B15B5-D480-4D38-B3C3-576F697175CE}" dt="2025-12-16T09:02:29.854" v="255" actId="478"/>
          <ac:picMkLst>
            <pc:docMk/>
            <pc:sldMk cId="818612635" sldId="258"/>
            <ac:picMk id="24" creationId="{060C6B1F-EB1F-896B-0678-F0ECA2F7A003}"/>
          </ac:picMkLst>
        </pc:picChg>
      </pc:sldChg>
      <pc:sldChg chg="addSp delSp modSp add mod">
        <pc:chgData name="Nachiket Sane" userId="2769052bd327328f" providerId="LiveId" clId="{AA5B15B5-D480-4D38-B3C3-576F697175CE}" dt="2025-12-16T09:05:39.022" v="430" actId="1076"/>
        <pc:sldMkLst>
          <pc:docMk/>
          <pc:sldMk cId="1863677697" sldId="259"/>
        </pc:sldMkLst>
        <pc:spChg chg="add mod">
          <ac:chgData name="Nachiket Sane" userId="2769052bd327328f" providerId="LiveId" clId="{AA5B15B5-D480-4D38-B3C3-576F697175CE}" dt="2025-12-16T09:05:13.372" v="422" actId="20577"/>
          <ac:spMkLst>
            <pc:docMk/>
            <pc:sldMk cId="1863677697" sldId="259"/>
            <ac:spMk id="13" creationId="{5B312F29-8C62-A63C-B6BC-F5C51B46A64B}"/>
          </ac:spMkLst>
        </pc:spChg>
        <pc:picChg chg="add mod">
          <ac:chgData name="Nachiket Sane" userId="2769052bd327328f" providerId="LiveId" clId="{AA5B15B5-D480-4D38-B3C3-576F697175CE}" dt="2025-12-16T09:05:27.185" v="425" actId="1076"/>
          <ac:picMkLst>
            <pc:docMk/>
            <pc:sldMk cId="1863677697" sldId="259"/>
            <ac:picMk id="3" creationId="{BE61931E-BD9F-046B-9483-8547A4A1D518}"/>
          </ac:picMkLst>
        </pc:picChg>
        <pc:picChg chg="del">
          <ac:chgData name="Nachiket Sane" userId="2769052bd327328f" providerId="LiveId" clId="{AA5B15B5-D480-4D38-B3C3-576F697175CE}" dt="2025-12-16T08:30:19.048" v="175" actId="478"/>
          <ac:picMkLst>
            <pc:docMk/>
            <pc:sldMk cId="1863677697" sldId="259"/>
            <ac:picMk id="4" creationId="{CCE62022-3272-CDA6-3C7E-D5AC1D67EBFE}"/>
          </ac:picMkLst>
        </pc:picChg>
        <pc:picChg chg="add del mod">
          <ac:chgData name="Nachiket Sane" userId="2769052bd327328f" providerId="LiveId" clId="{AA5B15B5-D480-4D38-B3C3-576F697175CE}" dt="2025-12-16T09:05:32.517" v="427" actId="478"/>
          <ac:picMkLst>
            <pc:docMk/>
            <pc:sldMk cId="1863677697" sldId="259"/>
            <ac:picMk id="6" creationId="{970BBEC6-C297-EA3D-EB7B-E973E87B2A8C}"/>
          </ac:picMkLst>
        </pc:picChg>
        <pc:picChg chg="del">
          <ac:chgData name="Nachiket Sane" userId="2769052bd327328f" providerId="LiveId" clId="{AA5B15B5-D480-4D38-B3C3-576F697175CE}" dt="2025-12-16T08:36:21.815" v="213" actId="478"/>
          <ac:picMkLst>
            <pc:docMk/>
            <pc:sldMk cId="1863677697" sldId="259"/>
            <ac:picMk id="8" creationId="{BBDABEAA-F43D-8AA9-C533-FA78FB4211F3}"/>
          </ac:picMkLst>
        </pc:picChg>
        <pc:picChg chg="add del mod">
          <ac:chgData name="Nachiket Sane" userId="2769052bd327328f" providerId="LiveId" clId="{AA5B15B5-D480-4D38-B3C3-576F697175CE}" dt="2025-12-16T09:05:32.517" v="427" actId="478"/>
          <ac:picMkLst>
            <pc:docMk/>
            <pc:sldMk cId="1863677697" sldId="259"/>
            <ac:picMk id="9" creationId="{3ACBE4E0-8AC4-F201-003D-B76D8AB6D470}"/>
          </ac:picMkLst>
        </pc:picChg>
        <pc:picChg chg="add mod">
          <ac:chgData name="Nachiket Sane" userId="2769052bd327328f" providerId="LiveId" clId="{AA5B15B5-D480-4D38-B3C3-576F697175CE}" dt="2025-12-16T09:05:37.325" v="429" actId="14100"/>
          <ac:picMkLst>
            <pc:docMk/>
            <pc:sldMk cId="1863677697" sldId="259"/>
            <ac:picMk id="11" creationId="{BC8883D2-5854-728A-F8C1-B724E7C0C1C1}"/>
          </ac:picMkLst>
        </pc:picChg>
        <pc:picChg chg="del">
          <ac:chgData name="Nachiket Sane" userId="2769052bd327328f" providerId="LiveId" clId="{AA5B15B5-D480-4D38-B3C3-576F697175CE}" dt="2025-12-16T08:30:19.048" v="175" actId="478"/>
          <ac:picMkLst>
            <pc:docMk/>
            <pc:sldMk cId="1863677697" sldId="259"/>
            <ac:picMk id="12" creationId="{52F36DBF-C69F-FE1C-574E-4059D5804FD8}"/>
          </ac:picMkLst>
        </pc:picChg>
        <pc:picChg chg="del">
          <ac:chgData name="Nachiket Sane" userId="2769052bd327328f" providerId="LiveId" clId="{AA5B15B5-D480-4D38-B3C3-576F697175CE}" dt="2025-12-16T09:05:32.517" v="427" actId="478"/>
          <ac:picMkLst>
            <pc:docMk/>
            <pc:sldMk cId="1863677697" sldId="259"/>
            <ac:picMk id="18" creationId="{570B9AC2-720F-C7CB-35F4-88CFA8A09B09}"/>
          </ac:picMkLst>
        </pc:picChg>
        <pc:picChg chg="del">
          <ac:chgData name="Nachiket Sane" userId="2769052bd327328f" providerId="LiveId" clId="{AA5B15B5-D480-4D38-B3C3-576F697175CE}" dt="2025-12-16T08:30:19.048" v="175" actId="478"/>
          <ac:picMkLst>
            <pc:docMk/>
            <pc:sldMk cId="1863677697" sldId="259"/>
            <ac:picMk id="20" creationId="{D86C9C68-ECDE-4CAE-6FAC-702AE5F77559}"/>
          </ac:picMkLst>
        </pc:picChg>
        <pc:picChg chg="del mod">
          <ac:chgData name="Nachiket Sane" userId="2769052bd327328f" providerId="LiveId" clId="{AA5B15B5-D480-4D38-B3C3-576F697175CE}" dt="2025-12-16T09:05:32.517" v="427" actId="478"/>
          <ac:picMkLst>
            <pc:docMk/>
            <pc:sldMk cId="1863677697" sldId="259"/>
            <ac:picMk id="22" creationId="{3C30E116-7899-3844-3295-EC41C5F9B613}"/>
          </ac:picMkLst>
        </pc:picChg>
        <pc:picChg chg="mod">
          <ac:chgData name="Nachiket Sane" userId="2769052bd327328f" providerId="LiveId" clId="{AA5B15B5-D480-4D38-B3C3-576F697175CE}" dt="2025-12-16T09:05:39.022" v="430" actId="1076"/>
          <ac:picMkLst>
            <pc:docMk/>
            <pc:sldMk cId="1863677697" sldId="259"/>
            <ac:picMk id="24" creationId="{F36F80EC-B07F-F444-20DC-E5B05551AD37}"/>
          </ac:picMkLst>
        </pc:picChg>
      </pc:sldChg>
      <pc:sldChg chg="addSp delSp modSp add mod ord">
        <pc:chgData name="Nachiket Sane" userId="2769052bd327328f" providerId="LiveId" clId="{AA5B15B5-D480-4D38-B3C3-576F697175CE}" dt="2025-12-16T09:03:56.746" v="295" actId="20577"/>
        <pc:sldMkLst>
          <pc:docMk/>
          <pc:sldMk cId="3902955281" sldId="260"/>
        </pc:sldMkLst>
        <pc:spChg chg="add mod">
          <ac:chgData name="Nachiket Sane" userId="2769052bd327328f" providerId="LiveId" clId="{AA5B15B5-D480-4D38-B3C3-576F697175CE}" dt="2025-12-16T09:03:56.746" v="295" actId="20577"/>
          <ac:spMkLst>
            <pc:docMk/>
            <pc:sldMk cId="3902955281" sldId="260"/>
            <ac:spMk id="2" creationId="{1D30C8D2-7B68-0133-1A18-79ACA25C4D76}"/>
          </ac:spMkLst>
        </pc:spChg>
        <pc:picChg chg="mod">
          <ac:chgData name="Nachiket Sane" userId="2769052bd327328f" providerId="LiveId" clId="{AA5B15B5-D480-4D38-B3C3-576F697175CE}" dt="2025-12-16T09:01:07.245" v="230" actId="1076"/>
          <ac:picMkLst>
            <pc:docMk/>
            <pc:sldMk cId="3902955281" sldId="260"/>
            <ac:picMk id="5" creationId="{396637C1-D134-E75E-A465-EF168D7FE67F}"/>
          </ac:picMkLst>
        </pc:picChg>
        <pc:picChg chg="del">
          <ac:chgData name="Nachiket Sane" userId="2769052bd327328f" providerId="LiveId" clId="{AA5B15B5-D480-4D38-B3C3-576F697175CE}" dt="2025-12-16T09:01:00.870" v="229" actId="478"/>
          <ac:picMkLst>
            <pc:docMk/>
            <pc:sldMk cId="3902955281" sldId="260"/>
            <ac:picMk id="7" creationId="{F1FB9975-FA9B-6E1D-0EEC-A7BFD9A5534F}"/>
          </ac:picMkLst>
        </pc:picChg>
        <pc:picChg chg="del">
          <ac:chgData name="Nachiket Sane" userId="2769052bd327328f" providerId="LiveId" clId="{AA5B15B5-D480-4D38-B3C3-576F697175CE}" dt="2025-12-16T09:01:00.870" v="229" actId="478"/>
          <ac:picMkLst>
            <pc:docMk/>
            <pc:sldMk cId="3902955281" sldId="260"/>
            <ac:picMk id="9" creationId="{6E4E5F78-8474-5CCC-D70D-92B9CC0CB188}"/>
          </ac:picMkLst>
        </pc:picChg>
        <pc:picChg chg="del">
          <ac:chgData name="Nachiket Sane" userId="2769052bd327328f" providerId="LiveId" clId="{AA5B15B5-D480-4D38-B3C3-576F697175CE}" dt="2025-12-16T09:01:00.870" v="229" actId="478"/>
          <ac:picMkLst>
            <pc:docMk/>
            <pc:sldMk cId="3902955281" sldId="260"/>
            <ac:picMk id="11" creationId="{A72D59CA-D2C2-A4DF-74C4-97D639B05684}"/>
          </ac:picMkLst>
        </pc:picChg>
        <pc:picChg chg="del">
          <ac:chgData name="Nachiket Sane" userId="2769052bd327328f" providerId="LiveId" clId="{AA5B15B5-D480-4D38-B3C3-576F697175CE}" dt="2025-12-16T09:01:00.870" v="229" actId="478"/>
          <ac:picMkLst>
            <pc:docMk/>
            <pc:sldMk cId="3902955281" sldId="260"/>
            <ac:picMk id="13" creationId="{8E30FFE0-33D1-AF08-6D4A-BA563171B2C6}"/>
          </ac:picMkLst>
        </pc:picChg>
        <pc:picChg chg="del mod">
          <ac:chgData name="Nachiket Sane" userId="2769052bd327328f" providerId="LiveId" clId="{AA5B15B5-D480-4D38-B3C3-576F697175CE}" dt="2025-12-16T09:01:22.238" v="233" actId="21"/>
          <ac:picMkLst>
            <pc:docMk/>
            <pc:sldMk cId="3902955281" sldId="260"/>
            <ac:picMk id="18" creationId="{EF9F9BE1-604A-3DDA-2DA7-174A08C8AD47}"/>
          </ac:picMkLst>
        </pc:picChg>
      </pc:sldChg>
      <pc:sldChg chg="addSp delSp modSp add mod">
        <pc:chgData name="Nachiket Sane" userId="2769052bd327328f" providerId="LiveId" clId="{AA5B15B5-D480-4D38-B3C3-576F697175CE}" dt="2025-12-16T09:04:07.285" v="318" actId="20577"/>
        <pc:sldMkLst>
          <pc:docMk/>
          <pc:sldMk cId="528806311" sldId="261"/>
        </pc:sldMkLst>
        <pc:spChg chg="add mod">
          <ac:chgData name="Nachiket Sane" userId="2769052bd327328f" providerId="LiveId" clId="{AA5B15B5-D480-4D38-B3C3-576F697175CE}" dt="2025-12-16T09:04:07.285" v="318" actId="20577"/>
          <ac:spMkLst>
            <pc:docMk/>
            <pc:sldMk cId="528806311" sldId="261"/>
            <ac:spMk id="2" creationId="{9BBE6E73-1C4E-0627-3DC6-E2ADBA16B74B}"/>
          </ac:spMkLst>
        </pc:spChg>
        <pc:picChg chg="del">
          <ac:chgData name="Nachiket Sane" userId="2769052bd327328f" providerId="LiveId" clId="{AA5B15B5-D480-4D38-B3C3-576F697175CE}" dt="2025-12-16T09:01:36.816" v="237" actId="478"/>
          <ac:picMkLst>
            <pc:docMk/>
            <pc:sldMk cId="528806311" sldId="261"/>
            <ac:picMk id="3" creationId="{A35307E2-983B-25CC-DACF-D70EB80B104F}"/>
          </ac:picMkLst>
        </pc:picChg>
        <pc:picChg chg="del">
          <ac:chgData name="Nachiket Sane" userId="2769052bd327328f" providerId="LiveId" clId="{AA5B15B5-D480-4D38-B3C3-576F697175CE}" dt="2025-12-16T09:01:38.155" v="238" actId="478"/>
          <ac:picMkLst>
            <pc:docMk/>
            <pc:sldMk cId="528806311" sldId="261"/>
            <ac:picMk id="5" creationId="{FEA1F7E1-47C7-E6DF-D11B-BBFAA91A432D}"/>
          </ac:picMkLst>
        </pc:picChg>
        <pc:picChg chg="mod">
          <ac:chgData name="Nachiket Sane" userId="2769052bd327328f" providerId="LiveId" clId="{AA5B15B5-D480-4D38-B3C3-576F697175CE}" dt="2025-12-16T09:04:04.924" v="316" actId="1035"/>
          <ac:picMkLst>
            <pc:docMk/>
            <pc:sldMk cId="528806311" sldId="261"/>
            <ac:picMk id="7" creationId="{815CFE40-0577-C824-A9E5-FE141799434D}"/>
          </ac:picMkLst>
        </pc:picChg>
        <pc:picChg chg="mod">
          <ac:chgData name="Nachiket Sane" userId="2769052bd327328f" providerId="LiveId" clId="{AA5B15B5-D480-4D38-B3C3-576F697175CE}" dt="2025-12-16T09:04:04.924" v="316" actId="1035"/>
          <ac:picMkLst>
            <pc:docMk/>
            <pc:sldMk cId="528806311" sldId="261"/>
            <ac:picMk id="9" creationId="{D4544EEC-B12E-6125-DE62-025D28D15C25}"/>
          </ac:picMkLst>
        </pc:picChg>
        <pc:picChg chg="del">
          <ac:chgData name="Nachiket Sane" userId="2769052bd327328f" providerId="LiveId" clId="{AA5B15B5-D480-4D38-B3C3-576F697175CE}" dt="2025-12-16T09:01:44.487" v="241" actId="478"/>
          <ac:picMkLst>
            <pc:docMk/>
            <pc:sldMk cId="528806311" sldId="261"/>
            <ac:picMk id="11" creationId="{0ED89536-E4DA-05E9-5B7A-6A2B60F9398F}"/>
          </ac:picMkLst>
        </pc:picChg>
        <pc:picChg chg="del">
          <ac:chgData name="Nachiket Sane" userId="2769052bd327328f" providerId="LiveId" clId="{AA5B15B5-D480-4D38-B3C3-576F697175CE}" dt="2025-12-16T09:01:45.092" v="242" actId="478"/>
          <ac:picMkLst>
            <pc:docMk/>
            <pc:sldMk cId="528806311" sldId="261"/>
            <ac:picMk id="13" creationId="{476C7707-3D7B-E8AE-20C9-63E8E4A4B157}"/>
          </ac:picMkLst>
        </pc:picChg>
        <pc:picChg chg="del">
          <ac:chgData name="Nachiket Sane" userId="2769052bd327328f" providerId="LiveId" clId="{AA5B15B5-D480-4D38-B3C3-576F697175CE}" dt="2025-12-16T09:01:34.319" v="236" actId="478"/>
          <ac:picMkLst>
            <pc:docMk/>
            <pc:sldMk cId="528806311" sldId="261"/>
            <ac:picMk id="18" creationId="{8B9F1FCC-37AA-FD03-895E-3C68FC019684}"/>
          </ac:picMkLst>
        </pc:picChg>
      </pc:sldChg>
      <pc:sldChg chg="addSp delSp modSp add mod">
        <pc:chgData name="Nachiket Sane" userId="2769052bd327328f" providerId="LiveId" clId="{AA5B15B5-D480-4D38-B3C3-576F697175CE}" dt="2025-12-16T09:04:46.517" v="400" actId="20577"/>
        <pc:sldMkLst>
          <pc:docMk/>
          <pc:sldMk cId="589011926" sldId="262"/>
        </pc:sldMkLst>
        <pc:spChg chg="add mod">
          <ac:chgData name="Nachiket Sane" userId="2769052bd327328f" providerId="LiveId" clId="{AA5B15B5-D480-4D38-B3C3-576F697175CE}" dt="2025-12-16T09:04:46.517" v="400" actId="20577"/>
          <ac:spMkLst>
            <pc:docMk/>
            <pc:sldMk cId="589011926" sldId="262"/>
            <ac:spMk id="2" creationId="{EE91D0DB-8B2B-7B5E-23A6-E615F263B085}"/>
          </ac:spMkLst>
        </pc:spChg>
        <pc:picChg chg="del">
          <ac:chgData name="Nachiket Sane" userId="2769052bd327328f" providerId="LiveId" clId="{AA5B15B5-D480-4D38-B3C3-576F697175CE}" dt="2025-12-16T09:02:41.645" v="257" actId="478"/>
          <ac:picMkLst>
            <pc:docMk/>
            <pc:sldMk cId="589011926" sldId="262"/>
            <ac:picMk id="4" creationId="{D36B3929-8364-D557-CA60-EF07C9CCA579}"/>
          </ac:picMkLst>
        </pc:picChg>
        <pc:picChg chg="del">
          <ac:chgData name="Nachiket Sane" userId="2769052bd327328f" providerId="LiveId" clId="{AA5B15B5-D480-4D38-B3C3-576F697175CE}" dt="2025-12-16T09:02:51.421" v="261" actId="478"/>
          <ac:picMkLst>
            <pc:docMk/>
            <pc:sldMk cId="589011926" sldId="262"/>
            <ac:picMk id="8" creationId="{25C4C4B3-A60F-D754-B8DA-CE8EE1A3D925}"/>
          </ac:picMkLst>
        </pc:picChg>
        <pc:picChg chg="mod">
          <ac:chgData name="Nachiket Sane" userId="2769052bd327328f" providerId="LiveId" clId="{AA5B15B5-D480-4D38-B3C3-576F697175CE}" dt="2025-12-16T09:04:35.338" v="386" actId="1036"/>
          <ac:picMkLst>
            <pc:docMk/>
            <pc:sldMk cId="589011926" sldId="262"/>
            <ac:picMk id="12" creationId="{13174EE9-AEB8-434E-B1FC-BB6EBCE6F444}"/>
          </ac:picMkLst>
        </pc:picChg>
        <pc:picChg chg="mod">
          <ac:chgData name="Nachiket Sane" userId="2769052bd327328f" providerId="LiveId" clId="{AA5B15B5-D480-4D38-B3C3-576F697175CE}" dt="2025-12-16T09:04:35.338" v="386" actId="1036"/>
          <ac:picMkLst>
            <pc:docMk/>
            <pc:sldMk cId="589011926" sldId="262"/>
            <ac:picMk id="18" creationId="{BE0A1923-8695-7343-4367-5208B40C1542}"/>
          </ac:picMkLst>
        </pc:picChg>
        <pc:picChg chg="del">
          <ac:chgData name="Nachiket Sane" userId="2769052bd327328f" providerId="LiveId" clId="{AA5B15B5-D480-4D38-B3C3-576F697175CE}" dt="2025-12-16T09:02:50.232" v="260" actId="478"/>
          <ac:picMkLst>
            <pc:docMk/>
            <pc:sldMk cId="589011926" sldId="262"/>
            <ac:picMk id="20" creationId="{53B9CC5C-6916-0598-C6B4-45467FDCF8D4}"/>
          </ac:picMkLst>
        </pc:picChg>
        <pc:picChg chg="del">
          <ac:chgData name="Nachiket Sane" userId="2769052bd327328f" providerId="LiveId" clId="{AA5B15B5-D480-4D38-B3C3-576F697175CE}" dt="2025-12-16T09:02:58.882" v="264" actId="478"/>
          <ac:picMkLst>
            <pc:docMk/>
            <pc:sldMk cId="589011926" sldId="262"/>
            <ac:picMk id="22" creationId="{89767E5D-1ADA-FCCC-48D0-2E2ADF537FE2}"/>
          </ac:picMkLst>
        </pc:picChg>
        <pc:picChg chg="del">
          <ac:chgData name="Nachiket Sane" userId="2769052bd327328f" providerId="LiveId" clId="{AA5B15B5-D480-4D38-B3C3-576F697175CE}" dt="2025-12-16T09:02:57.792" v="263" actId="478"/>
          <ac:picMkLst>
            <pc:docMk/>
            <pc:sldMk cId="589011926" sldId="262"/>
            <ac:picMk id="24" creationId="{9151247D-AB9B-6E54-F9C5-D391585530B6}"/>
          </ac:picMkLst>
        </pc:picChg>
      </pc:sldChg>
      <pc:sldChg chg="addSp delSp modSp add mod">
        <pc:chgData name="Nachiket Sane" userId="2769052bd327328f" providerId="LiveId" clId="{AA5B15B5-D480-4D38-B3C3-576F697175CE}" dt="2025-12-16T09:06:37.127" v="443" actId="1076"/>
        <pc:sldMkLst>
          <pc:docMk/>
          <pc:sldMk cId="2224137200" sldId="263"/>
        </pc:sldMkLst>
        <pc:spChg chg="add del">
          <ac:chgData name="Nachiket Sane" userId="2769052bd327328f" providerId="LiveId" clId="{AA5B15B5-D480-4D38-B3C3-576F697175CE}" dt="2025-12-16T09:04:51.772" v="402" actId="22"/>
          <ac:spMkLst>
            <pc:docMk/>
            <pc:sldMk cId="2224137200" sldId="263"/>
            <ac:spMk id="3" creationId="{BC50EF3B-1E5B-8261-AA2B-42155458519E}"/>
          </ac:spMkLst>
        </pc:spChg>
        <pc:spChg chg="add mod">
          <ac:chgData name="Nachiket Sane" userId="2769052bd327328f" providerId="LiveId" clId="{AA5B15B5-D480-4D38-B3C3-576F697175CE}" dt="2025-12-16T09:04:58.032" v="406" actId="20577"/>
          <ac:spMkLst>
            <pc:docMk/>
            <pc:sldMk cId="2224137200" sldId="263"/>
            <ac:spMk id="5" creationId="{4A895C68-07B7-EC2B-1B10-8EF8E38B4EC3}"/>
          </ac:spMkLst>
        </pc:spChg>
        <pc:picChg chg="add mod">
          <ac:chgData name="Nachiket Sane" userId="2769052bd327328f" providerId="LiveId" clId="{AA5B15B5-D480-4D38-B3C3-576F697175CE}" dt="2025-12-16T09:06:37.127" v="443" actId="1076"/>
          <ac:picMkLst>
            <pc:docMk/>
            <pc:sldMk cId="2224137200" sldId="263"/>
            <ac:picMk id="7" creationId="{EF22661E-74FF-D255-F7C4-F21EB0297B3B}"/>
          </ac:picMkLst>
        </pc:picChg>
        <pc:picChg chg="del">
          <ac:chgData name="Nachiket Sane" userId="2769052bd327328f" providerId="LiveId" clId="{AA5B15B5-D480-4D38-B3C3-576F697175CE}" dt="2025-12-16T09:03:04.287" v="266" actId="478"/>
          <ac:picMkLst>
            <pc:docMk/>
            <pc:sldMk cId="2224137200" sldId="263"/>
            <ac:picMk id="8" creationId="{6942C598-0EB0-8E7C-BF61-F641161C7714}"/>
          </ac:picMkLst>
        </pc:picChg>
        <pc:picChg chg="del">
          <ac:chgData name="Nachiket Sane" userId="2769052bd327328f" providerId="LiveId" clId="{AA5B15B5-D480-4D38-B3C3-576F697175CE}" dt="2025-12-16T09:03:01.775" v="265" actId="478"/>
          <ac:picMkLst>
            <pc:docMk/>
            <pc:sldMk cId="2224137200" sldId="263"/>
            <ac:picMk id="12" creationId="{E076CAC7-39D4-F7C0-1B83-36189702A8BF}"/>
          </ac:picMkLst>
        </pc:picChg>
        <pc:picChg chg="del mod">
          <ac:chgData name="Nachiket Sane" userId="2769052bd327328f" providerId="LiveId" clId="{AA5B15B5-D480-4D38-B3C3-576F697175CE}" dt="2025-12-16T09:03:10.362" v="269" actId="478"/>
          <ac:picMkLst>
            <pc:docMk/>
            <pc:sldMk cId="2224137200" sldId="263"/>
            <ac:picMk id="18" creationId="{BF39ADFB-3347-3C88-FAFD-18FA457D351F}"/>
          </ac:picMkLst>
        </pc:picChg>
        <pc:picChg chg="mod">
          <ac:chgData name="Nachiket Sane" userId="2769052bd327328f" providerId="LiveId" clId="{AA5B15B5-D480-4D38-B3C3-576F697175CE}" dt="2025-12-16T09:03:06.200" v="267" actId="1076"/>
          <ac:picMkLst>
            <pc:docMk/>
            <pc:sldMk cId="2224137200" sldId="263"/>
            <ac:picMk id="20" creationId="{3EFDF207-A823-47F4-2D25-EDDA7FD87129}"/>
          </ac:picMkLst>
        </pc:picChg>
        <pc:picChg chg="mod">
          <ac:chgData name="Nachiket Sane" userId="2769052bd327328f" providerId="LiveId" clId="{AA5B15B5-D480-4D38-B3C3-576F697175CE}" dt="2025-12-16T09:03:13.177" v="270" actId="1076"/>
          <ac:picMkLst>
            <pc:docMk/>
            <pc:sldMk cId="2224137200" sldId="263"/>
            <ac:picMk id="22" creationId="{10FB224F-60F8-E361-2856-F77CC31D060F}"/>
          </ac:picMkLst>
        </pc:picChg>
        <pc:picChg chg="mod">
          <ac:chgData name="Nachiket Sane" userId="2769052bd327328f" providerId="LiveId" clId="{AA5B15B5-D480-4D38-B3C3-576F697175CE}" dt="2025-12-16T09:03:15.692" v="271" actId="1076"/>
          <ac:picMkLst>
            <pc:docMk/>
            <pc:sldMk cId="2224137200" sldId="263"/>
            <ac:picMk id="24" creationId="{A914F16F-B9D0-5CA9-BE6D-976CBE930037}"/>
          </ac:picMkLst>
        </pc:picChg>
      </pc:sldChg>
      <pc:sldChg chg="delSp modSp add mod">
        <pc:chgData name="Nachiket Sane" userId="2769052bd327328f" providerId="LiveId" clId="{AA5B15B5-D480-4D38-B3C3-576F697175CE}" dt="2025-12-16T09:05:56.319" v="435" actId="1076"/>
        <pc:sldMkLst>
          <pc:docMk/>
          <pc:sldMk cId="2351843527" sldId="264"/>
        </pc:sldMkLst>
        <pc:spChg chg="mod">
          <ac:chgData name="Nachiket Sane" userId="2769052bd327328f" providerId="LiveId" clId="{AA5B15B5-D480-4D38-B3C3-576F697175CE}" dt="2025-12-16T09:05:43.926" v="432" actId="20577"/>
          <ac:spMkLst>
            <pc:docMk/>
            <pc:sldMk cId="2351843527" sldId="264"/>
            <ac:spMk id="13" creationId="{76A972C5-A53D-FFC1-D252-33DB81318D8A}"/>
          </ac:spMkLst>
        </pc:spChg>
        <pc:picChg chg="del">
          <ac:chgData name="Nachiket Sane" userId="2769052bd327328f" providerId="LiveId" clId="{AA5B15B5-D480-4D38-B3C3-576F697175CE}" dt="2025-12-16T09:05:49.426" v="433" actId="478"/>
          <ac:picMkLst>
            <pc:docMk/>
            <pc:sldMk cId="2351843527" sldId="264"/>
            <ac:picMk id="3" creationId="{9D3EEDC4-259B-DD17-D385-71E6067E5F1A}"/>
          </ac:picMkLst>
        </pc:picChg>
        <pc:picChg chg="mod">
          <ac:chgData name="Nachiket Sane" userId="2769052bd327328f" providerId="LiveId" clId="{AA5B15B5-D480-4D38-B3C3-576F697175CE}" dt="2025-12-16T09:05:51.894" v="434" actId="1076"/>
          <ac:picMkLst>
            <pc:docMk/>
            <pc:sldMk cId="2351843527" sldId="264"/>
            <ac:picMk id="6" creationId="{AF59513B-CA1D-BDA2-ADAD-1FCAC349D77F}"/>
          </ac:picMkLst>
        </pc:picChg>
        <pc:picChg chg="del">
          <ac:chgData name="Nachiket Sane" userId="2769052bd327328f" providerId="LiveId" clId="{AA5B15B5-D480-4D38-B3C3-576F697175CE}" dt="2025-12-16T09:05:49.426" v="433" actId="478"/>
          <ac:picMkLst>
            <pc:docMk/>
            <pc:sldMk cId="2351843527" sldId="264"/>
            <ac:picMk id="9" creationId="{5741A586-C2D6-DF58-45FB-71368C2436B1}"/>
          </ac:picMkLst>
        </pc:picChg>
        <pc:picChg chg="del">
          <ac:chgData name="Nachiket Sane" userId="2769052bd327328f" providerId="LiveId" clId="{AA5B15B5-D480-4D38-B3C3-576F697175CE}" dt="2025-12-16T09:05:49.426" v="433" actId="478"/>
          <ac:picMkLst>
            <pc:docMk/>
            <pc:sldMk cId="2351843527" sldId="264"/>
            <ac:picMk id="11" creationId="{66077D1F-AF10-D977-5994-74926EAB200E}"/>
          </ac:picMkLst>
        </pc:picChg>
        <pc:picChg chg="mod">
          <ac:chgData name="Nachiket Sane" userId="2769052bd327328f" providerId="LiveId" clId="{AA5B15B5-D480-4D38-B3C3-576F697175CE}" dt="2025-12-16T09:05:56.319" v="435" actId="1076"/>
          <ac:picMkLst>
            <pc:docMk/>
            <pc:sldMk cId="2351843527" sldId="264"/>
            <ac:picMk id="18" creationId="{843F05B7-6699-1A06-470F-DD564D06D9B4}"/>
          </ac:picMkLst>
        </pc:picChg>
        <pc:picChg chg="del">
          <ac:chgData name="Nachiket Sane" userId="2769052bd327328f" providerId="LiveId" clId="{AA5B15B5-D480-4D38-B3C3-576F697175CE}" dt="2025-12-16T09:05:49.426" v="433" actId="478"/>
          <ac:picMkLst>
            <pc:docMk/>
            <pc:sldMk cId="2351843527" sldId="264"/>
            <ac:picMk id="22" creationId="{4D24E9BF-FD32-6B3A-13D3-76EAFAEDE929}"/>
          </ac:picMkLst>
        </pc:picChg>
        <pc:picChg chg="del">
          <ac:chgData name="Nachiket Sane" userId="2769052bd327328f" providerId="LiveId" clId="{AA5B15B5-D480-4D38-B3C3-576F697175CE}" dt="2025-12-16T09:05:49.426" v="433" actId="478"/>
          <ac:picMkLst>
            <pc:docMk/>
            <pc:sldMk cId="2351843527" sldId="264"/>
            <ac:picMk id="24" creationId="{0988F51D-16E5-0023-58D4-E0E6CECF7D02}"/>
          </ac:picMkLst>
        </pc:picChg>
      </pc:sldChg>
      <pc:sldChg chg="addSp delSp modSp add mod">
        <pc:chgData name="Nachiket Sane" userId="2769052bd327328f" providerId="LiveId" clId="{AA5B15B5-D480-4D38-B3C3-576F697175CE}" dt="2025-12-16T09:06:57.475" v="446" actId="1076"/>
        <pc:sldMkLst>
          <pc:docMk/>
          <pc:sldMk cId="1416529845" sldId="265"/>
        </pc:sldMkLst>
        <pc:spChg chg="mod">
          <ac:chgData name="Nachiket Sane" userId="2769052bd327328f" providerId="LiveId" clId="{AA5B15B5-D480-4D38-B3C3-576F697175CE}" dt="2025-12-16T09:05:59.077" v="437" actId="20577"/>
          <ac:spMkLst>
            <pc:docMk/>
            <pc:sldMk cId="1416529845" sldId="265"/>
            <ac:spMk id="13" creationId="{05193F16-97E8-2A9A-41F6-2BBEDC3D3740}"/>
          </ac:spMkLst>
        </pc:spChg>
        <pc:picChg chg="del">
          <ac:chgData name="Nachiket Sane" userId="2769052bd327328f" providerId="LiveId" clId="{AA5B15B5-D480-4D38-B3C3-576F697175CE}" dt="2025-12-16T09:06:06.102" v="438" actId="478"/>
          <ac:picMkLst>
            <pc:docMk/>
            <pc:sldMk cId="1416529845" sldId="265"/>
            <ac:picMk id="3" creationId="{B0F683A5-4347-AF57-849E-68C7AFB6ED64}"/>
          </ac:picMkLst>
        </pc:picChg>
        <pc:picChg chg="add mod">
          <ac:chgData name="Nachiket Sane" userId="2769052bd327328f" providerId="LiveId" clId="{AA5B15B5-D480-4D38-B3C3-576F697175CE}" dt="2025-12-16T09:06:57.475" v="446" actId="1076"/>
          <ac:picMkLst>
            <pc:docMk/>
            <pc:sldMk cId="1416529845" sldId="265"/>
            <ac:picMk id="4" creationId="{6261B725-6E75-1424-D477-2D59394254BA}"/>
          </ac:picMkLst>
        </pc:picChg>
        <pc:picChg chg="del">
          <ac:chgData name="Nachiket Sane" userId="2769052bd327328f" providerId="LiveId" clId="{AA5B15B5-D480-4D38-B3C3-576F697175CE}" dt="2025-12-16T09:06:06.102" v="438" actId="478"/>
          <ac:picMkLst>
            <pc:docMk/>
            <pc:sldMk cId="1416529845" sldId="265"/>
            <ac:picMk id="6" creationId="{F3DC886F-BED6-50AD-4464-A5AC85F9F1D1}"/>
          </ac:picMkLst>
        </pc:picChg>
        <pc:picChg chg="mod">
          <ac:chgData name="Nachiket Sane" userId="2769052bd327328f" providerId="LiveId" clId="{AA5B15B5-D480-4D38-B3C3-576F697175CE}" dt="2025-12-16T09:06:08.932" v="439" actId="1076"/>
          <ac:picMkLst>
            <pc:docMk/>
            <pc:sldMk cId="1416529845" sldId="265"/>
            <ac:picMk id="9" creationId="{5EAFF822-19D8-5EC5-B42B-B57222700D3C}"/>
          </ac:picMkLst>
        </pc:picChg>
        <pc:picChg chg="del">
          <ac:chgData name="Nachiket Sane" userId="2769052bd327328f" providerId="LiveId" clId="{AA5B15B5-D480-4D38-B3C3-576F697175CE}" dt="2025-12-16T09:06:06.102" v="438" actId="478"/>
          <ac:picMkLst>
            <pc:docMk/>
            <pc:sldMk cId="1416529845" sldId="265"/>
            <ac:picMk id="11" creationId="{39034746-1299-E391-6B60-2EA0B5F85509}"/>
          </ac:picMkLst>
        </pc:picChg>
        <pc:picChg chg="del">
          <ac:chgData name="Nachiket Sane" userId="2769052bd327328f" providerId="LiveId" clId="{AA5B15B5-D480-4D38-B3C3-576F697175CE}" dt="2025-12-16T09:06:06.102" v="438" actId="478"/>
          <ac:picMkLst>
            <pc:docMk/>
            <pc:sldMk cId="1416529845" sldId="265"/>
            <ac:picMk id="18" creationId="{0733A36D-4513-656F-AF8E-A24EFB5AF35B}"/>
          </ac:picMkLst>
        </pc:picChg>
        <pc:picChg chg="mod">
          <ac:chgData name="Nachiket Sane" userId="2769052bd327328f" providerId="LiveId" clId="{AA5B15B5-D480-4D38-B3C3-576F697175CE}" dt="2025-12-16T09:06:12.376" v="440" actId="1076"/>
          <ac:picMkLst>
            <pc:docMk/>
            <pc:sldMk cId="1416529845" sldId="265"/>
            <ac:picMk id="22" creationId="{6AECADF0-86BB-8446-FA40-005F0B39BFAC}"/>
          </ac:picMkLst>
        </pc:picChg>
        <pc:picChg chg="del">
          <ac:chgData name="Nachiket Sane" userId="2769052bd327328f" providerId="LiveId" clId="{AA5B15B5-D480-4D38-B3C3-576F697175CE}" dt="2025-12-16T09:06:06.102" v="438" actId="478"/>
          <ac:picMkLst>
            <pc:docMk/>
            <pc:sldMk cId="1416529845" sldId="265"/>
            <ac:picMk id="24" creationId="{8A65D2F2-440E-6F51-7625-EA41AA040C7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27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805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28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11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389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200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16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37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542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30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774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195E9-6804-42B0-B855-19C5D8F0A0AB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98654-8003-4A05-9C47-13CB4FF2CF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40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CE97-D55F-3123-CDC3-FD1A6080C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Prompt to prototype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622D1-FD03-574B-D03F-DB226DD80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en-US" dirty="0"/>
              <a:t>a structured comparison of </a:t>
            </a:r>
            <a:r>
              <a:rPr lang="en-US" dirty="0" err="1"/>
              <a:t>AIStudio</a:t>
            </a:r>
            <a:r>
              <a:rPr lang="en-US" dirty="0"/>
              <a:t>-generated prototypes by </a:t>
            </a:r>
            <a:r>
              <a:rPr lang="en-US" dirty="0" err="1"/>
              <a:t>llm</a:t>
            </a:r>
            <a:r>
              <a:rPr lang="en-US" dirty="0"/>
              <a:t> model, agent role, and reflections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696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DA3D9-3B07-EA4C-0D2D-B5BF3AD7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B29CD2BA-4A95-7F74-E8C6-BF43602D25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59"/>
          <a:stretch>
            <a:fillRect/>
          </a:stretch>
        </p:blipFill>
        <p:spPr>
          <a:xfrm>
            <a:off x="2034587" y="588879"/>
            <a:ext cx="3084393" cy="2924249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396637C1-D134-E75E-A465-EF168D7FE6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7" t="2834" r="2665" b="1696"/>
          <a:stretch>
            <a:fillRect/>
          </a:stretch>
        </p:blipFill>
        <p:spPr>
          <a:xfrm>
            <a:off x="2331183" y="3728856"/>
            <a:ext cx="2491200" cy="3750193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30C8D2-7B68-0133-1A18-79ACA25C4D76}"/>
              </a:ext>
            </a:extLst>
          </p:cNvPr>
          <p:cNvSpPr txBox="1"/>
          <p:nvPr/>
        </p:nvSpPr>
        <p:spPr>
          <a:xfrm>
            <a:off x="581170" y="112157"/>
            <a:ext cx="599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LOGIN 0</a:t>
            </a:r>
          </a:p>
        </p:txBody>
      </p:sp>
    </p:spTree>
    <p:extLst>
      <p:ext uri="{BB962C8B-B14F-4D97-AF65-F5344CB8AC3E}">
        <p14:creationId xmlns:p14="http://schemas.microsoft.com/office/powerpoint/2010/main" val="3902955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FC55-6BCF-E37B-D279-7B8B1241E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sign in&#10;&#10;AI-generated content may be incorrect.">
            <a:extLst>
              <a:ext uri="{FF2B5EF4-FFF2-40B4-BE49-F238E27FC236}">
                <a16:creationId xmlns:a16="http://schemas.microsoft.com/office/drawing/2014/main" id="{815CFE40-0577-C824-A9E5-FE1417994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7" t="5290" r="1659" b="2907"/>
          <a:stretch>
            <a:fillRect/>
          </a:stretch>
        </p:blipFill>
        <p:spPr>
          <a:xfrm>
            <a:off x="2040732" y="769854"/>
            <a:ext cx="2776535" cy="29232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Picture 8" descr="A screenshot of a sign in&#10;&#10;AI-generated content may be incorrect.">
            <a:extLst>
              <a:ext uri="{FF2B5EF4-FFF2-40B4-BE49-F238E27FC236}">
                <a16:creationId xmlns:a16="http://schemas.microsoft.com/office/drawing/2014/main" id="{D4544EEC-B12E-6125-DE62-025D28D15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27" t="3919" r="4414" b="6617"/>
          <a:stretch>
            <a:fillRect/>
          </a:stretch>
        </p:blipFill>
        <p:spPr>
          <a:xfrm>
            <a:off x="2040732" y="4043743"/>
            <a:ext cx="2491200" cy="3043385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BE6E73-1C4E-0627-3DC6-E2ADBA16B74B}"/>
              </a:ext>
            </a:extLst>
          </p:cNvPr>
          <p:cNvSpPr txBox="1"/>
          <p:nvPr/>
        </p:nvSpPr>
        <p:spPr>
          <a:xfrm>
            <a:off x="581170" y="112157"/>
            <a:ext cx="599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LOGIN 1</a:t>
            </a:r>
          </a:p>
        </p:txBody>
      </p:sp>
    </p:spTree>
    <p:extLst>
      <p:ext uri="{BB962C8B-B14F-4D97-AF65-F5344CB8AC3E}">
        <p14:creationId xmlns:p14="http://schemas.microsoft.com/office/powerpoint/2010/main" val="528806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sign up form&#10;&#10;AI-generated content may be incorrect.">
            <a:extLst>
              <a:ext uri="{FF2B5EF4-FFF2-40B4-BE49-F238E27FC236}">
                <a16:creationId xmlns:a16="http://schemas.microsoft.com/office/drawing/2014/main" id="{C135C2FD-C232-3958-4BC3-BD76F8CEC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575" y="703179"/>
            <a:ext cx="2490850" cy="292320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3" name="Picture 12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4F5B04CD-3505-581C-B827-C11D24357C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79" t="4538" r="3632" b="5113"/>
          <a:stretch>
            <a:fillRect/>
          </a:stretch>
        </p:blipFill>
        <p:spPr>
          <a:xfrm>
            <a:off x="2183225" y="4065257"/>
            <a:ext cx="2491200" cy="2837359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CF4659-C948-61E8-8584-749FF7F18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781" y="7341494"/>
            <a:ext cx="3146088" cy="225285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3B16706-7FFE-1F75-E304-FB92C7B0950C}"/>
              </a:ext>
            </a:extLst>
          </p:cNvPr>
          <p:cNvSpPr txBox="1"/>
          <p:nvPr/>
        </p:nvSpPr>
        <p:spPr>
          <a:xfrm>
            <a:off x="581170" y="112157"/>
            <a:ext cx="599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LOGIN 2</a:t>
            </a:r>
          </a:p>
        </p:txBody>
      </p:sp>
    </p:spTree>
    <p:extLst>
      <p:ext uri="{BB962C8B-B14F-4D97-AF65-F5344CB8AC3E}">
        <p14:creationId xmlns:p14="http://schemas.microsoft.com/office/powerpoint/2010/main" val="3465124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EE4BF-2886-5C81-97F4-1048EC4ED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A5B0880F-FCCE-73EB-A946-8184C794E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216" y="800500"/>
            <a:ext cx="3097567" cy="2150895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063071-E100-1153-EE99-223141253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783" y="3310567"/>
            <a:ext cx="3096000" cy="1364813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6064B2B-4139-56B1-FE19-6B57D0C8718F}"/>
              </a:ext>
            </a:extLst>
          </p:cNvPr>
          <p:cNvSpPr txBox="1"/>
          <p:nvPr/>
        </p:nvSpPr>
        <p:spPr>
          <a:xfrm>
            <a:off x="581170" y="112157"/>
            <a:ext cx="599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Post login 0</a:t>
            </a:r>
          </a:p>
        </p:txBody>
      </p:sp>
    </p:spTree>
    <p:extLst>
      <p:ext uri="{BB962C8B-B14F-4D97-AF65-F5344CB8AC3E}">
        <p14:creationId xmlns:p14="http://schemas.microsoft.com/office/powerpoint/2010/main" val="818612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763C7-F766-95DD-31E0-458659A4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174EE9-AEB8-434E-B1FC-BB6EBCE6F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276" y="896936"/>
            <a:ext cx="2241448" cy="2092349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0A1923-8695-7343-4367-5208B40C1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050" y="3286017"/>
            <a:ext cx="3018474" cy="2116422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91D0DB-8B2B-7B5E-23A6-E615F263B085}"/>
              </a:ext>
            </a:extLst>
          </p:cNvPr>
          <p:cNvSpPr txBox="1"/>
          <p:nvPr/>
        </p:nvSpPr>
        <p:spPr>
          <a:xfrm>
            <a:off x="581170" y="112157"/>
            <a:ext cx="599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Post login 1</a:t>
            </a:r>
          </a:p>
        </p:txBody>
      </p:sp>
    </p:spTree>
    <p:extLst>
      <p:ext uri="{BB962C8B-B14F-4D97-AF65-F5344CB8AC3E}">
        <p14:creationId xmlns:p14="http://schemas.microsoft.com/office/powerpoint/2010/main" val="58901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12239-41D8-B92E-C70E-6AB74003F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chat&#10;&#10;AI-generated content may be incorrect.">
            <a:extLst>
              <a:ext uri="{FF2B5EF4-FFF2-40B4-BE49-F238E27FC236}">
                <a16:creationId xmlns:a16="http://schemas.microsoft.com/office/drawing/2014/main" id="{3EFDF207-A823-47F4-2D25-EDDA7FD87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487" y="694404"/>
            <a:ext cx="2446743" cy="128464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FB224F-60F8-E361-2856-F77CC31D0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345" y="2337565"/>
            <a:ext cx="3541025" cy="208295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14F16F-B9D0-5CA9-BE6D-976CBE930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73" y="7644890"/>
            <a:ext cx="3097567" cy="187148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895C68-07B7-EC2B-1B10-8EF8E38B4EC3}"/>
              </a:ext>
            </a:extLst>
          </p:cNvPr>
          <p:cNvSpPr txBox="1"/>
          <p:nvPr/>
        </p:nvSpPr>
        <p:spPr>
          <a:xfrm>
            <a:off x="1811640" y="14581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Post login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22661E-74FF-D255-F7C4-F21EB0297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1123" y="4688558"/>
            <a:ext cx="2809517" cy="268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37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04D80-0078-B072-757E-2445496FB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6F80EC-B07F-F444-20DC-E5B05551A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230" y="8060229"/>
            <a:ext cx="3097567" cy="1871480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61931E-BD9F-046B-9483-8547A4A1D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082" y="729098"/>
            <a:ext cx="3362115" cy="2299447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8883D2-5854-728A-F8C1-B724E7C0C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536" y="3225224"/>
            <a:ext cx="2797839" cy="2989188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312F29-8C62-A63C-B6BC-F5C51B46A64B}"/>
              </a:ext>
            </a:extLst>
          </p:cNvPr>
          <p:cNvSpPr txBox="1"/>
          <p:nvPr/>
        </p:nvSpPr>
        <p:spPr>
          <a:xfrm>
            <a:off x="1811640" y="14581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Index 0</a:t>
            </a:r>
          </a:p>
        </p:txBody>
      </p:sp>
    </p:spTree>
    <p:extLst>
      <p:ext uri="{BB962C8B-B14F-4D97-AF65-F5344CB8AC3E}">
        <p14:creationId xmlns:p14="http://schemas.microsoft.com/office/powerpoint/2010/main" val="1863677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BB634-7FCF-CCBA-036F-8972718EF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3F05B7-6699-1A06-470F-DD564D06D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875" y="3660274"/>
            <a:ext cx="3018474" cy="2116422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6" name="Picture 5" descr="A screenshot of a chat&#10;&#10;AI-generated content may be incorrect.">
            <a:extLst>
              <a:ext uri="{FF2B5EF4-FFF2-40B4-BE49-F238E27FC236}">
                <a16:creationId xmlns:a16="http://schemas.microsoft.com/office/drawing/2014/main" id="{AF59513B-CA1D-BDA2-ADAD-1FCAC349D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817" y="828307"/>
            <a:ext cx="2344646" cy="251880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A972C5-A53D-FFC1-D252-33DB81318D8A}"/>
              </a:ext>
            </a:extLst>
          </p:cNvPr>
          <p:cNvSpPr txBox="1"/>
          <p:nvPr/>
        </p:nvSpPr>
        <p:spPr>
          <a:xfrm>
            <a:off x="1811640" y="14581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Index 1</a:t>
            </a:r>
          </a:p>
        </p:txBody>
      </p:sp>
    </p:spTree>
    <p:extLst>
      <p:ext uri="{BB962C8B-B14F-4D97-AF65-F5344CB8AC3E}">
        <p14:creationId xmlns:p14="http://schemas.microsoft.com/office/powerpoint/2010/main" val="2351843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196A6-FF1A-84E9-A051-1251223D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ECADF0-86BB-8446-FA40-005F0B39B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615" y="3250104"/>
            <a:ext cx="3541025" cy="2082956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AFF822-19D8-5EC5-B42B-B57222700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13" y="768627"/>
            <a:ext cx="2879053" cy="222799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5193F16-97E8-2A9A-41F6-2BBEDC3D3740}"/>
              </a:ext>
            </a:extLst>
          </p:cNvPr>
          <p:cNvSpPr txBox="1"/>
          <p:nvPr/>
        </p:nvSpPr>
        <p:spPr>
          <a:xfrm>
            <a:off x="1811640" y="145815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Index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61B725-6E75-1424-D477-2D5939425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92" y="5586540"/>
            <a:ext cx="5467816" cy="352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529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</TotalTime>
  <Words>39</Words>
  <Application>Microsoft Office PowerPoint</Application>
  <PresentationFormat>Widescreen</PresentationFormat>
  <Paragraphs>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Prompt to 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Nachiket Sane</dc:creator>
  <cp:lastModifiedBy>Nachiket Sane</cp:lastModifiedBy>
  <cp:revision>1</cp:revision>
  <dcterms:created xsi:type="dcterms:W3CDTF">2025-12-16T05:42:04Z</dcterms:created>
  <dcterms:modified xsi:type="dcterms:W3CDTF">2025-12-16T09:07:01Z</dcterms:modified>
</cp:coreProperties>
</file>